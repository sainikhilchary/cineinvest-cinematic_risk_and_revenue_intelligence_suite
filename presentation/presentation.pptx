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230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primary challenge is that CloudScale Solutions is operating blindly, reacting to churn only after it happens rather than identifying the leading indicators in user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shifting the focus from individual metrics to a holistic Customer Journey model that quantifies the relationship between usage and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quality issues necessitated a rigorous cleaning pipeline using Pandas to ensure the final health scores were statistically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moves the organization from 'what happened' to 'what should we do next' through prescriptive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features address both the operational needs of CSMs and the strategic needs of Product Managers.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ensures that raw high-volume logs are distilled into lightweight, queryable metrics for the dashboard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star schema was utilized to optimize Power BI performance and enable complex DAX calculations across dimensions.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end-to-end pipeline ensures that every visual on the dashboard is grounded in cleaned, sessionized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Python for the heavy mathematical scoring and SQL for the high-volume data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using GPT-4o, we reduced the time-to-insight for non-technical executives who need immediate answers on regional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 directly translated behavioral data into financial visibility, identifying a significant portion of the churn risk before the renewal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phase involves closing the loop by pushing data back into the CRM for automated workflow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4800" b="1" dirty="0" err="1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CineInvest</a:t>
            </a:r>
            <a:r>
              <a:rPr lang="fr-FR" sz="4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fr-FR" sz="4800" b="1" dirty="0" err="1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</a:t>
            </a:r>
            <a:r>
              <a:rPr lang="fr-FR" sz="4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&amp; Revenue Intelligence Suite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400" dirty="0"/>
              <a:t>Transforming Historical Movie Data into Investment &amp; Revenue Insights</a:t>
            </a: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</a:rPr>
              <a:t>Confidential - Project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High uncertainty in movie investment decisions</a:t>
            </a:r>
            <a:r>
              <a:rPr lang="en-IN" dirty="0"/>
              <a:t> due to unpredictable revenue and profitability across different production budgets.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High revenue does not always mean high investment efficiency</a:t>
            </a:r>
            <a:r>
              <a:rPr lang="en-IN" dirty="0"/>
              <a:t>, making it difficult to identify movies that deliver strong returns relative to their budgets.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Uneven performance across genres and production companies</a:t>
            </a:r>
            <a:r>
              <a:rPr lang="en-IN" dirty="0"/>
              <a:t> makes it challenging to identify consistently strong investment opportunities.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Limited visibility into Budget, Revenue, Profit, and ROI together</a:t>
            </a:r>
            <a:r>
              <a:rPr lang="en-IN" dirty="0"/>
              <a:t> makes it difficult to evaluate investment efficiency and make data-driven portfolio decisions.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Release timing and historical trends are difficult to evaluate</a:t>
            </a:r>
            <a:r>
              <a:rPr lang="en-IN" dirty="0"/>
              <a:t>, limiting the ability to identify periods associated with stronger revenue and investment performance.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Lack of a unified analytical view</a:t>
            </a:r>
            <a:r>
              <a:rPr lang="en-IN" dirty="0"/>
              <a:t> makes it difficult for decision-makers to compare movies, genres, budgets, production companies, and ROI in a single decision-support framework.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Disconnected movie data:</a:t>
            </a:r>
            <a:r>
              <a:rPr lang="en-IN" dirty="0"/>
              <a:t> Budget, revenue, genre, production company, and profitability information needs to be </a:t>
            </a:r>
            <a:r>
              <a:rPr lang="en-IN" dirty="0" err="1"/>
              <a:t>analyzed</a:t>
            </a:r>
            <a:r>
              <a:rPr lang="en-IN" dirty="0"/>
              <a:t> together for effective investment decisions.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Raw movie data lacks business context:</a:t>
            </a:r>
            <a:r>
              <a:rPr lang="en-IN" dirty="0"/>
              <a:t> Historical movie records require cleaning, validation, and feature engineering before they can support investment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No standardized investment-efficiency view:</a:t>
            </a:r>
            <a:r>
              <a:rPr lang="en-IN" dirty="0"/>
              <a:t> Revenue, profit, budget, and ROI are not sufficient when viewed separately to identify financially efficient movies.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Unclear performance patterns:</a:t>
            </a:r>
            <a:r>
              <a:rPr lang="en-IN" dirty="0"/>
              <a:t> Differences across genres, production companies, budgets, and release periods make consistent investment opportunities difficult to identify.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Limited decision visibility:</a:t>
            </a:r>
            <a:r>
              <a:rPr lang="en-IN" dirty="0"/>
              <a:t> Without an interactive analytical framework, comparing movie performance and identifying investment risks is time-consuming.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Revenue-focused decisions can be misleading:</a:t>
            </a:r>
            <a:r>
              <a:rPr lang="en-IN" dirty="0"/>
              <a:t> A movie generating high revenue may still provide weak returns when its production budget is considered.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Challenges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Inconsistent movie data quality:</a:t>
            </a:r>
            <a:r>
              <a:rPr lang="en-IN" dirty="0"/>
              <a:t> Missing values and inconsistent fields make reliable movie-level analysis difficult.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Incomplete financial information:</a:t>
            </a:r>
            <a:r>
              <a:rPr lang="en-IN" dirty="0"/>
              <a:t> Missing or unavailable budget and revenue values can affect profitability and ROI calculations.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Unstructured movie attributes:</a:t>
            </a:r>
            <a:r>
              <a:rPr lang="en-IN" dirty="0"/>
              <a:t> Cast, crew, genre, and production-company information require transformation before meaningful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Extreme ROI values:</a:t>
            </a:r>
            <a:r>
              <a:rPr lang="en-IN" dirty="0"/>
              <a:t> Very high ROI observations can distort average investment-efficiency metrics.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Uneven production-company representation:</a:t>
            </a:r>
            <a:r>
              <a:rPr lang="en-IN" dirty="0"/>
              <a:t> Some companies have significantly more movie records than others, affecting direct comparisons.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Historical data limitations:</a:t>
            </a:r>
            <a:r>
              <a:rPr lang="en-IN" dirty="0"/>
              <a:t> The dataset does not include factors such as marketing, distribution costs, audience </a:t>
            </a:r>
            <a:r>
              <a:rPr lang="en-IN" dirty="0" err="1"/>
              <a:t>behavior</a:t>
            </a:r>
            <a:r>
              <a:rPr lang="en-IN" dirty="0"/>
              <a:t>, or complete industry-wide financial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 Engagement Intelligence Suite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Integrated movie investment analysis</a:t>
            </a:r>
            <a:r>
              <a:rPr lang="en-IN" dirty="0"/>
              <a:t> combining Budget, Revenue, Profit, ROI, Genre, and Production Company metrics in one analytical framework.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cleaning and feature engineering pipeline</a:t>
            </a:r>
            <a:r>
              <a:rPr lang="en-IN" dirty="0"/>
              <a:t> to handle missing values, standardize dates, validate data quality, and create investment-focused metrics.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Interactive Power BI dashboard</a:t>
            </a:r>
            <a:r>
              <a:rPr lang="en-IN" dirty="0"/>
              <a:t> with Overview, Trends, and Segments views, KPI cards, slicers, cross-filtering, and navigation.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Investment-efficiency analysis</a:t>
            </a:r>
            <a:r>
              <a:rPr lang="en-IN" dirty="0"/>
              <a:t> using Revenue-Budget Ratio, ROI, Profitability Category, and Budget vs Revenue comparisons.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Business insights and recommendations</a:t>
            </a:r>
            <a:r>
              <a:rPr lang="en-IN" dirty="0"/>
              <a:t> to identify stronger-performing genres, production companies, revenue trends, and potential investment opportunities.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Investment Performance KPIs:</a:t>
            </a:r>
            <a:r>
              <a:rPr lang="en-IN" dirty="0"/>
              <a:t> Track Movie Count, Total Revenue, Total Profit, Average ROI, and Revenue-Budget Ratio.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Multi-Dimensional Analysis:</a:t>
            </a:r>
            <a:r>
              <a:rPr lang="en-IN" dirty="0"/>
              <a:t> Compare movie performance across genres, budget categories, production companies, profitability categories, and release periods.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Trend Analysis: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revenue growth, movie production volume, and ROI patterns across release years.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Investment Efficiency Analysis:</a:t>
            </a:r>
            <a:r>
              <a:rPr lang="en-IN" dirty="0"/>
              <a:t> Evaluate Budget vs Revenue and use Profit, ROI, and Revenue-Budget Ratio to assess financial performance.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Interactive Power BI Dashboard:</a:t>
            </a:r>
            <a:r>
              <a:rPr lang="en-IN" dirty="0"/>
              <a:t> Overview, Trends, and Segments pages with slicers, cross-filtering, navigation, and drill-down capabilities.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Business Decision Support:</a:t>
            </a:r>
            <a:r>
              <a:rPr lang="en-IN" dirty="0"/>
              <a:t> Convert historical movie performance into actionable insights and recommendations for investment planning.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Source:</a:t>
            </a:r>
            <a:r>
              <a:rPr lang="en-IN" dirty="0"/>
              <a:t> Raw movie dataset containing financial, genre, production, cast, crew, and release information.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Processing:</a:t>
            </a:r>
            <a:r>
              <a:rPr lang="en-IN" dirty="0"/>
              <a:t> Python with Pandas for data profiling, cleaning, missing-value handling, validation, and feature engineering.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Analytical Layer:</a:t>
            </a:r>
            <a:r>
              <a:rPr lang="en-IN" dirty="0"/>
              <a:t> SQL for structured business analysis and KPI calculations, including Revenue, Profit, ROI, and investment-efficiency metrics.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Model:</a:t>
            </a:r>
            <a:r>
              <a:rPr lang="en-IN" dirty="0"/>
              <a:t> Cleaned movie data organized with supporting Calendar and Production tables for analytical relationships.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Visualization:</a:t>
            </a:r>
            <a:r>
              <a:rPr lang="en-IN" dirty="0"/>
              <a:t> Power BI for interactive KPI dashboards, trend analysis, segmentation, slicers, filtering, navigation, and drill-down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Business Output:</a:t>
            </a:r>
            <a:r>
              <a:rPr lang="en-IN" dirty="0"/>
              <a:t> Integrated insights and recommendations for evaluating movie revenue performance, profitability, and investment efficiency.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Fact Table:</a:t>
            </a:r>
            <a:r>
              <a:rPr lang="en-IN" dirty="0"/>
              <a:t> </a:t>
            </a:r>
            <a:r>
              <a:rPr lang="en-IN" dirty="0" err="1"/>
              <a:t>cleaned_movies</a:t>
            </a:r>
            <a:r>
              <a:rPr lang="en-IN" dirty="0"/>
              <a:t> containing movie-level financial, genre, production, cast, crew, and release attributes.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Dimension Tables:</a:t>
            </a:r>
            <a:r>
              <a:rPr lang="en-IN" dirty="0"/>
              <a:t> Calendar for date and release-year analysis and Production for production-company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Key Measures:</a:t>
            </a:r>
            <a:r>
              <a:rPr lang="en-IN" dirty="0"/>
              <a:t> Total Revenue, Total Profit, Average ROI, Revenue-Budget Ratio, and Movie Count.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Relationships:</a:t>
            </a:r>
            <a:r>
              <a:rPr lang="en-IN" dirty="0"/>
              <a:t> Calendar and Production tables are connected to the movie data to support time-based and production-company filtering.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Analytical Model:</a:t>
            </a:r>
            <a:r>
              <a:rPr lang="en-IN" dirty="0"/>
              <a:t> Structured Power BI data model designed for KPI analysis, trends, segmentation, slicers, and interactive dashboard reporting.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Logic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Step 1: Business Understanding &amp; Dataset Assessment</a:t>
            </a:r>
            <a:r>
              <a:rPr lang="en-IN" dirty="0"/>
              <a:t> — Defined the movie investment problem, established objectives, reviewed the previous movie data, assessed the available fields, and mapped the dataset to business requirements.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Step 2: Data Profiling, Cleaning &amp; Validation</a:t>
            </a:r>
            <a:r>
              <a:rPr lang="en-IN" dirty="0"/>
              <a:t> — </a:t>
            </a:r>
            <a:r>
              <a:rPr lang="en-IN" dirty="0" err="1"/>
              <a:t>Analyzed</a:t>
            </a:r>
            <a:r>
              <a:rPr lang="en-IN" dirty="0"/>
              <a:t> data types, missing values, duplicates, inconsistencies, and data-quality issues; standardized fields such as </a:t>
            </a:r>
            <a:r>
              <a:rPr lang="en-IN" dirty="0" err="1"/>
              <a:t>Release_Date</a:t>
            </a:r>
            <a:r>
              <a:rPr lang="en-IN" dirty="0"/>
              <a:t> and produced the validated </a:t>
            </a:r>
            <a:r>
              <a:rPr lang="en-IN" dirty="0" err="1"/>
              <a:t>cleaned_movies</a:t>
            </a:r>
            <a:r>
              <a:rPr lang="en-IN" dirty="0"/>
              <a:t> dataset.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Step 3: Feature Engineering &amp; Analytical Preparation</a:t>
            </a:r>
            <a:r>
              <a:rPr lang="en-IN" dirty="0"/>
              <a:t> — Created Profit, ROI, </a:t>
            </a:r>
            <a:r>
              <a:rPr lang="en-IN" dirty="0" err="1"/>
              <a:t>Revenue_Budget_Ratio</a:t>
            </a:r>
            <a:r>
              <a:rPr lang="en-IN" dirty="0"/>
              <a:t>, </a:t>
            </a:r>
            <a:r>
              <a:rPr lang="en-IN" dirty="0" err="1"/>
              <a:t>Release_Year</a:t>
            </a:r>
            <a:r>
              <a:rPr lang="en-IN" dirty="0"/>
              <a:t>, </a:t>
            </a:r>
            <a:r>
              <a:rPr lang="en-IN" dirty="0" err="1"/>
              <a:t>Release_Season</a:t>
            </a:r>
            <a:r>
              <a:rPr lang="en-IN" dirty="0"/>
              <a:t>, </a:t>
            </a:r>
            <a:r>
              <a:rPr lang="en-IN" dirty="0" err="1"/>
              <a:t>Budget_Category</a:t>
            </a:r>
            <a:r>
              <a:rPr lang="en-IN" dirty="0"/>
              <a:t>, and </a:t>
            </a:r>
            <a:r>
              <a:rPr lang="en-IN" dirty="0" err="1"/>
              <a:t>Profitability_Category</a:t>
            </a:r>
            <a:r>
              <a:rPr lang="en-IN" dirty="0"/>
              <a:t> for investment-focused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Step 4: EDA, Statistics &amp; SQL Analysis</a:t>
            </a:r>
            <a:r>
              <a:rPr lang="en-IN" dirty="0"/>
              <a:t> — Performed exploratory and statistical analysis and used SQL to </a:t>
            </a:r>
            <a:r>
              <a:rPr lang="en-IN" dirty="0" err="1"/>
              <a:t>analyze</a:t>
            </a:r>
            <a:r>
              <a:rPr lang="en-IN" dirty="0"/>
              <a:t> revenue, profit, ROI, budgets, genres, production companies, and release trends.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Step 5: Power BI </a:t>
            </a:r>
            <a:r>
              <a:rPr lang="en-IN" b="1" dirty="0" err="1"/>
              <a:t>Modeling</a:t>
            </a:r>
            <a:r>
              <a:rPr lang="en-IN" b="1" dirty="0"/>
              <a:t> &amp; Interactive Dashboard</a:t>
            </a:r>
            <a:r>
              <a:rPr lang="en-IN" dirty="0"/>
              <a:t> — Built the data model with Calendar and Production tables, developed KPIs and DAX measures, and created </a:t>
            </a:r>
            <a:r>
              <a:rPr lang="en-IN" b="1" dirty="0"/>
              <a:t>Overview, Trends, and Segments</a:t>
            </a:r>
            <a:r>
              <a:rPr lang="en-IN" dirty="0"/>
              <a:t> with slicers, navigation, filtering, and drill-downs.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Step 6: Insights, Recommendations &amp; Final Delivery</a:t>
            </a:r>
            <a:r>
              <a:rPr lang="en-IN" dirty="0"/>
              <a:t> — Converted analysis into business insights and recommendations, documented the dataset and dashboard, finalized the presentation and portfolio artifacts, rehearsed the technical defence, and prepared the final submission.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Processing:</a:t>
            </a:r>
            <a:r>
              <a:rPr lang="en-IN" dirty="0"/>
              <a:t> Python — Pandas, NumPy, Matplotlib, Seaborn, and Scikit-learn for data cleaning, feature engineering, EDA, and statistical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Analysis:</a:t>
            </a:r>
            <a:r>
              <a:rPr lang="en-IN" dirty="0"/>
              <a:t> SQL for data validation, aggregation, KPI calculations, filtering, ranking, and business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Visualization:</a:t>
            </a:r>
            <a:r>
              <a:rPr lang="en-IN" dirty="0"/>
              <a:t> Power BI — Power Query, DAX, interactive visuals, slicers, bookmarks, navigation, and dashboard development.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  <a:r>
              <a:rPr lang="en-IN" dirty="0"/>
              <a:t> Power BI data model with </a:t>
            </a:r>
            <a:r>
              <a:rPr lang="en-IN" dirty="0" err="1"/>
              <a:t>cleaned_movies</a:t>
            </a:r>
            <a:r>
              <a:rPr lang="en-IN" dirty="0"/>
              <a:t>, Calendar, and Production tables for time-based and production-company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Data Layer:</a:t>
            </a:r>
            <a:r>
              <a:rPr lang="en-IN" dirty="0"/>
              <a:t> Raw movie data was transformed into the validated </a:t>
            </a:r>
            <a:r>
              <a:rPr lang="en-IN" dirty="0" err="1"/>
              <a:t>cleaned_movies</a:t>
            </a:r>
            <a:r>
              <a:rPr lang="en-IN" dirty="0"/>
              <a:t> dataset for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Processing Layer:</a:t>
            </a:r>
            <a:r>
              <a:rPr lang="en-IN" dirty="0"/>
              <a:t> Python was used for data profiling, cleaning, validation, feature engineering, EDA, and statistical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Analysis Layer:</a:t>
            </a:r>
            <a:r>
              <a:rPr lang="en-IN" dirty="0"/>
              <a:t> SQL was used for structured querying, aggregation, KPI analysis, and business-oriented analysis.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BI Layer:</a:t>
            </a:r>
            <a:r>
              <a:rPr lang="en-IN" dirty="0"/>
              <a:t> Power BI was used for data </a:t>
            </a:r>
            <a:r>
              <a:rPr lang="en-IN" dirty="0" err="1"/>
              <a:t>modeling</a:t>
            </a:r>
            <a:r>
              <a:rPr lang="en-IN" dirty="0"/>
              <a:t>, DAX measures, interactive visualizations, slicers, bookmarks, navigation, and dashboard development.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Decision Layer:</a:t>
            </a:r>
            <a:r>
              <a:rPr lang="en-IN" dirty="0"/>
              <a:t> The final dashboard converts Revenue, Budget, Profit, ROI, genre, production-company, and trend analysis into actionable investment insights and recommendations.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4137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03120"/>
            <a:ext cx="341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$424.28bn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341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400" dirty="0"/>
              <a:t>Total Revenue </a:t>
            </a:r>
            <a:r>
              <a:rPr lang="en-IN" sz="1400" dirty="0" err="1"/>
              <a:t>Analyzed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8160" y="1828800"/>
            <a:ext cx="34137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8160" y="2103120"/>
            <a:ext cx="341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$279bn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28160" y="3474720"/>
            <a:ext cx="341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400" dirty="0"/>
              <a:t>Total Profit Identified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07680" y="1828800"/>
            <a:ext cx="34137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A8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07680" y="2103120"/>
            <a:ext cx="3413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1.02K 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07680" y="3474720"/>
            <a:ext cx="341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400" dirty="0"/>
              <a:t>Average ROI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Predictive Revenue &amp; ROI:</a:t>
            </a:r>
            <a:r>
              <a:rPr lang="en-IN" dirty="0"/>
              <a:t> Forecast future movie revenue, profitability, and ROI using historical performance patterns.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Investment Risk Scoring:</a:t>
            </a:r>
            <a:r>
              <a:rPr lang="en-IN" dirty="0"/>
              <a:t> Classify potential movies using financial, genre, production-company, and performance indicators.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Complete Cost Analysis:</a:t>
            </a:r>
            <a:r>
              <a:rPr lang="en-IN" dirty="0"/>
              <a:t> Incorporate marketing, distribution, and other costs to calculate more realistic investment returns.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Real-Time Data Integration:</a:t>
            </a:r>
            <a:r>
              <a:rPr lang="en-IN" dirty="0"/>
              <a:t> Connect updated movie and financial data sources to keep the dashboard continuously refreshed.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What-If &amp; Scenario Analysis:</a:t>
            </a:r>
            <a:r>
              <a:rPr lang="en-IN" dirty="0"/>
              <a:t> Allow investors to evaluate different budget, revenue, and ROI scenarios before committing capital.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Portfolio Optimization:</a:t>
            </a:r>
            <a:r>
              <a:rPr lang="en-IN" dirty="0"/>
              <a:t> Extend </a:t>
            </a:r>
            <a:r>
              <a:rPr lang="en-IN" dirty="0" err="1"/>
              <a:t>CineInvest</a:t>
            </a:r>
            <a:r>
              <a:rPr lang="en-IN" dirty="0"/>
              <a:t> from individual movie analysis to risk-adjusted portfolio selection across multiple investment opportunities.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C9A8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A1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1734</Words>
  <Application>Microsoft Office PowerPoint</Application>
  <PresentationFormat>Widescreen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</dc:title>
  <dc:subject>PptxGenJS Presentation</dc:subject>
  <dc:creator>PptxGenJS</dc:creator>
  <cp:lastModifiedBy>Madupu Sai Nikhil</cp:lastModifiedBy>
  <cp:revision>8</cp:revision>
  <dcterms:created xsi:type="dcterms:W3CDTF">2026-08-09T06:50:10Z</dcterms:created>
  <dcterms:modified xsi:type="dcterms:W3CDTF">2026-08-09T16:53:33Z</dcterms:modified>
</cp:coreProperties>
</file>